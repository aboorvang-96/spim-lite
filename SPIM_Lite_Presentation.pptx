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151B45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3840480"/>
            <a:ext cx="4572000" cy="4572000"/>
          </a:xfrm>
          <a:prstGeom prst="ellipse">
            <a:avLst/>
          </a:prstGeom>
          <a:solidFill>
            <a:srgbClr val="151B45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SPIM LITE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34290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Mobile Companion to SPIM Suite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40690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  •  Salary  •  Real-Time Sync  •  Android &amp; iOS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5074920"/>
            <a:ext cx="457200" cy="457200"/>
          </a:xfrm>
          <a:prstGeom prst="rect">
            <a:avLst/>
          </a:prstGeom>
          <a:solidFill>
            <a:srgbClr val="151B45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516636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5074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&amp; Developed by Aboorvan  |  React Native / Expo Mobile Project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SPIM Lite?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5852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SPIM Lite is a lightweight mobile app built for field staff and managers who need quick access to attendance and salary information without opening a desktop dashboard.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 React Native and Expo, it connects directly to the same backend that powers SPIM Suite — so every check-in, attendance update, and salary record stays perfectly in sync across web and mobile.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949440" y="1554480"/>
            <a:ext cx="1325880" cy="146304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E2761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949440" y="169164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004304" y="2331720"/>
            <a:ext cx="1216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Platforms (Android &amp; iOS)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8481060" y="1554480"/>
            <a:ext cx="1325880" cy="146304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E2761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481060" y="169164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535924" y="2331720"/>
            <a:ext cx="1216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Backend API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0012680" y="1554480"/>
            <a:ext cx="1325880" cy="146304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E2761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012680" y="169164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067544" y="2331720"/>
            <a:ext cx="1216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Data Sync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949440" y="3246120"/>
            <a:ext cx="4389120" cy="2606040"/>
          </a:xfrm>
          <a:prstGeom prst="roundRect">
            <a:avLst>
              <a:gd name="adj" fmla="val 280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1E2761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0" y="3474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0" y="3931920"/>
            <a:ext cx="37490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staff checking attendance on the move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Managers reviewing daily attendance &amp; salary status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needing offline-friendly, lightweight access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owners who want the data in their pocket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4800600"/>
            <a:ext cx="1417320" cy="1417320"/>
          </a:xfrm>
          <a:prstGeom prst="roundRect">
            <a:avLst>
              <a:gd name="adj" fmla="val 503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E2761">
                <a:alpha val="10000"/>
              </a:srgbClr>
            </a:outerShdw>
          </a:effectLst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3584" y="5129784"/>
            <a:ext cx="576072" cy="57607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40080" y="54864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2423160" y="4800600"/>
            <a:ext cx="1417320" cy="1417320"/>
          </a:xfrm>
          <a:prstGeom prst="roundRect">
            <a:avLst>
              <a:gd name="adj" fmla="val 503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E2761">
                <a:alpha val="10000"/>
              </a:srgbClr>
            </a:outerShdw>
          </a:effectLst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3784" y="5129784"/>
            <a:ext cx="576072" cy="57607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2240280" y="54864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Salary Records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023360" y="4800600"/>
            <a:ext cx="1417320" cy="1417320"/>
          </a:xfrm>
          <a:prstGeom prst="roundRect">
            <a:avLst>
              <a:gd name="adj" fmla="val 503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E2761">
                <a:alpha val="10000"/>
              </a:srgbClr>
            </a:outerShdw>
          </a:effectLst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984" y="5129784"/>
            <a:ext cx="576072" cy="57607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3840480" y="54864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API Sync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5623560" y="4800600"/>
            <a:ext cx="1417320" cy="1417320"/>
          </a:xfrm>
          <a:prstGeom prst="roundRect">
            <a:avLst>
              <a:gd name="adj" fmla="val 503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E2761">
                <a:alpha val="10000"/>
              </a:srgbClr>
            </a:outerShdw>
          </a:effectLst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4184" y="5129784"/>
            <a:ext cx="576072" cy="57607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440680" y="54864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APK / PWA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4114800"/>
            <a:ext cx="4572000" cy="4572000"/>
          </a:xfrm>
          <a:prstGeom prst="ellipse">
            <a:avLst/>
          </a:prstGeom>
          <a:solidFill>
            <a:srgbClr val="151B45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8686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Field Teams Need, on the Go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947672"/>
            <a:ext cx="201168" cy="20116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180136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Attendance View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297680" y="1801368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and managers can check daily attendance records instantly from their phone.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2724912"/>
            <a:ext cx="201168" cy="20116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257860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Salary Snapshot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97680" y="2578608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calculated salary cycles and payment status synced directly from SPIM Suite.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3502152"/>
            <a:ext cx="201168" cy="20116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/>
          <p:nvPr/>
        </p:nvSpPr>
        <p:spPr>
          <a:xfrm>
            <a:off x="1234440" y="33558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Data Sync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297680" y="3355848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update made on the mobile app reflects instantly in the web dashboard, and vice versa.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" y="4279392"/>
            <a:ext cx="201168" cy="20116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5" name="Text 13"/>
          <p:cNvSpPr/>
          <p:nvPr/>
        </p:nvSpPr>
        <p:spPr>
          <a:xfrm>
            <a:off x="1234440" y="413308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Installable on Any Device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297680" y="4133088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users install via APK; iOS and desktop users get a fast installable PWA.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22960" y="5056632"/>
            <a:ext cx="201168" cy="20116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8" name="Text 16"/>
          <p:cNvSpPr/>
          <p:nvPr/>
        </p:nvSpPr>
        <p:spPr>
          <a:xfrm>
            <a:off x="1234440" y="49103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Simple, Focused UI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297680" y="4910328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clutter — just the screens field staff actually need, optimized for quick glances.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modern cross-platform mobile toolkit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429000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125980" y="2240280"/>
            <a:ext cx="822960" cy="8229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08860" y="24231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20040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Native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05840" y="36118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Cross-platform mobile UI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480560" y="1920240"/>
            <a:ext cx="3429000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E2761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783580" y="2240280"/>
            <a:ext cx="822960" cy="8229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6460" y="242316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80560" y="320040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663440" y="36118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Build, run &amp; deploy toolchain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38160" y="1920240"/>
            <a:ext cx="3429000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E2761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441180" y="2240280"/>
            <a:ext cx="822960" cy="8229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4060" y="242316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38160" y="320040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321040" y="36118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with SPIM Suite backend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822960" y="4480560"/>
            <a:ext cx="3429000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E2761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2125980" y="4800600"/>
            <a:ext cx="822960" cy="8229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8860" y="498348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22960" y="576072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(EAS Build)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1005840" y="61722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APK distribution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480560" y="4480560"/>
            <a:ext cx="3429000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E2761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5783580" y="4800600"/>
            <a:ext cx="822960" cy="8229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6460" y="4983480"/>
            <a:ext cx="457200" cy="4572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480560" y="576072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iOS (PWA)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663440" y="61722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Installable progressive web app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138160" y="4480560"/>
            <a:ext cx="3429000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E2761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9441180" y="4800600"/>
            <a:ext cx="822960" cy="8229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4060" y="4983480"/>
            <a:ext cx="457200" cy="4572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138160" y="576072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CORS-Secured Sync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321040" y="61722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cross-origin API access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Backend, Two Experiences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SPIM Lite shares the exact same data source as SPIM Suite — always in sync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337560" cy="2743200"/>
          </a:xfrm>
          <a:prstGeom prst="roundRect">
            <a:avLst>
              <a:gd name="adj" fmla="val 233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194560"/>
            <a:ext cx="777240" cy="777240"/>
          </a:xfrm>
          <a:prstGeom prst="ellipse">
            <a:avLst/>
          </a:prstGeom>
          <a:solidFill>
            <a:srgbClr val="151B4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1872" y="2359152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11680" y="219456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SPIM Lite (Mobile)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011680" y="257860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Native / Expo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097280" y="315468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 &amp; salary on Android (APK) and iOS (PWA), for staff and managers in the field.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11980" y="1920240"/>
            <a:ext cx="3337560" cy="2743200"/>
          </a:xfrm>
          <a:prstGeom prst="roundRect">
            <a:avLst>
              <a:gd name="adj" fmla="val 233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1E2761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86300" y="2194560"/>
            <a:ext cx="777240" cy="777240"/>
          </a:xfrm>
          <a:prstGeom prst="ellipse">
            <a:avLst/>
          </a:prstGeom>
          <a:solidFill>
            <a:srgbClr val="151B45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0892" y="2359152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00700" y="219456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Railway REST API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600700" y="257860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Django + PostgreSQL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686300" y="315468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shared backend serving both apps. CORS-secured endpoints keep requests safe across origins.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001000" y="1920240"/>
            <a:ext cx="3337560" cy="2743200"/>
          </a:xfrm>
          <a:prstGeom prst="roundRect">
            <a:avLst>
              <a:gd name="adj" fmla="val 233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1E2761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75320" y="2194560"/>
            <a:ext cx="777240" cy="777240"/>
          </a:xfrm>
          <a:prstGeom prst="ellipse">
            <a:avLst/>
          </a:prstGeom>
          <a:solidFill>
            <a:srgbClr val="151B4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9912" y="2359152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189720" y="219456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SPIM Suite (Web)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9189720" y="257860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— Installable PWA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8275320" y="315468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ERP dashboard for owners and admins, reflecting every update made from the mobile app instantly.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4197096" y="3154680"/>
            <a:ext cx="178308" cy="274320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23" name="Shape 18"/>
          <p:cNvSpPr/>
          <p:nvPr/>
        </p:nvSpPr>
        <p:spPr>
          <a:xfrm>
            <a:off x="7786116" y="3154680"/>
            <a:ext cx="178308" cy="274320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24" name="Shape 19"/>
          <p:cNvSpPr/>
          <p:nvPr/>
        </p:nvSpPr>
        <p:spPr>
          <a:xfrm>
            <a:off x="822960" y="4983480"/>
            <a:ext cx="1051560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E2761">
                <a:alpha val="10000"/>
              </a:srgbClr>
            </a:outerShdw>
          </a:effectLst>
        </p:spPr>
      </p:sp>
      <p:sp>
        <p:nvSpPr>
          <p:cNvPr id="25" name="Text 20"/>
          <p:cNvSpPr/>
          <p:nvPr/>
        </p:nvSpPr>
        <p:spPr>
          <a:xfrm>
            <a:off x="1143000" y="51389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 Story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1143000" y="548640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 layer was migrated from Supabase to a custom Railway REST API — unifying SPIM Lite and SPIM Suite on one database, removing duplicate data sources and simplifying CORS configuration between Railway and Vercel.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&amp; Distribution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Reaching users on whatever device they carry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5166360" cy="3291840"/>
          </a:xfrm>
          <a:prstGeom prst="roundRect">
            <a:avLst>
              <a:gd name="adj" fmla="val 19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219456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237744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03120" y="224028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2103120" y="267004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APK via EAS Build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43000" y="3246120"/>
            <a:ext cx="4526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and packaged using Expo Application Services (EAS)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Distributed directly as an installable APK file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native performance for attendance &amp; salary screens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63640" y="1920240"/>
            <a:ext cx="5166360" cy="3291840"/>
          </a:xfrm>
          <a:prstGeom prst="roundRect">
            <a:avLst>
              <a:gd name="adj" fmla="val 19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E2761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83680" y="219456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37744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43800" y="224028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iOS &amp; Desktop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7543800" y="267004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Installable Progressive Web App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583680" y="3246120"/>
            <a:ext cx="4526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Optimized PWA with service worker for offline resilience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Apple-specific meta tags for an app-like home screen icon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codebase, installable like a native app via Safari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22960" y="5394960"/>
            <a:ext cx="10515600" cy="868680"/>
          </a:xfrm>
          <a:prstGeom prst="roundRect">
            <a:avLst>
              <a:gd name="adj" fmla="val 736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1E2761">
                <a:alpha val="10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562356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91640" y="5394960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backend, same data — staff can switch between phone and laptop without losing a beat.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Project Demonstrates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554480"/>
            <a:ext cx="3337560" cy="4206240"/>
          </a:xfrm>
          <a:prstGeom prst="roundRect">
            <a:avLst>
              <a:gd name="adj" fmla="val 19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E2761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97280" y="1828800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20116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269748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Cross-Platform Mobile Dev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97280" y="3246120"/>
            <a:ext cx="2788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Native + Expo build &amp; release pipeline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 builds for native Android APKs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PWA packaging for iOS / desktop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411980" y="1554480"/>
            <a:ext cx="3337560" cy="4206240"/>
          </a:xfrm>
          <a:prstGeom prst="roundRect">
            <a:avLst>
              <a:gd name="adj" fmla="val 19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E2761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686300" y="1828800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9180" y="201168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86300" y="269748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API-First Integration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686300" y="3246120"/>
            <a:ext cx="2788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shared REST API across web &amp; mobile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layer migration from Supabase to Railway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CORS configuration for secure cross-origin sync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001000" y="1554480"/>
            <a:ext cx="3337560" cy="4206240"/>
          </a:xfrm>
          <a:prstGeom prst="roundRect">
            <a:avLst>
              <a:gd name="adj" fmla="val 19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E2761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275320" y="1828800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201168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75320" y="269748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Usability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8275320" y="3246120"/>
            <a:ext cx="2788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around actual field-staff workflows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Lightweight, focused screens for quick use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experience across devices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151B45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3657600"/>
            <a:ext cx="5029200" cy="5029200"/>
          </a:xfrm>
          <a:prstGeom prst="ellipse">
            <a:avLst/>
          </a:prstGeom>
          <a:solidFill>
            <a:srgbClr val="151B45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Connect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22960" y="310896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to full-time roles, freelance projects &amp; collaborations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React Native, Django and full-stack mobile development.</a:t>
            </a: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43484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44348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Aboorvan  |  Software Developer (Python / Django / React Native)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for viewing!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SPIM Lite</dc:title>
  <dc:subject>PptxGenJS Presentation</dc:subject>
  <dc:creator>Aboorvan</dc:creator>
  <cp:lastModifiedBy>Aboorvan</cp:lastModifiedBy>
  <cp:revision>1</cp:revision>
  <dcterms:created xsi:type="dcterms:W3CDTF">2026-06-12T08:56:09Z</dcterms:created>
  <dcterms:modified xsi:type="dcterms:W3CDTF">2026-06-12T08:56:09Z</dcterms:modified>
</cp:coreProperties>
</file>